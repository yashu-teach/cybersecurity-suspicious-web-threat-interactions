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shu-teach/Cybersecurity-Suspicious-Web-Threat-Interactions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BFDA-36B6-4ADE-B863-19C487363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1"/>
            <a:ext cx="8915399" cy="203482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Cybersecurity: Suspicious Web Threat Interactions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57878-96AA-457A-A075-82CE9A7AA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07467"/>
            <a:ext cx="8915399" cy="1354666"/>
          </a:xfrm>
        </p:spPr>
        <p:txBody>
          <a:bodyPr>
            <a:normAutofit/>
          </a:bodyPr>
          <a:lstStyle/>
          <a:p>
            <a:r>
              <a:rPr lang="en-US" dirty="0"/>
              <a:t>					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Cybersecurity: Suspicious Web Threat Interactions Project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	By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Yashvi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Vaghasiya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386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EE8C-D211-4D92-9F94-D94FA085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A6606-62A9-4EF8-B4BA-18ACBF11A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suspicious web traffic data collected from AWS CloudWatch.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detect anomalous and malicious web interactions using data analytics and machine learning techniques.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detection helps organizations protect cloud-based infrastructure from cyber threats.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data analytics and machine learning, the system identifies abnormal web interactions that may indicate malicious activity, helping organizations protect cloud-based infrastructure.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4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26ED7-F328-4072-99E1-5D72D42F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03FBE-920F-445A-9CE7-3A40DA2B8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86844"/>
            <a:ext cx="8915400" cy="392437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&amp; Libraries</a:t>
            </a:r>
          </a:p>
          <a:p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– Core programming language</a:t>
            </a:r>
          </a:p>
          <a:p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 &amp; NumPy – Data manipulation and preprocessing</a:t>
            </a:r>
          </a:p>
          <a:p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 &amp; Seaborn – Data visualization</a:t>
            </a:r>
          </a:p>
          <a:p>
            <a:r>
              <a:rPr lang="en-US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-learn – Machine learning algorithms</a:t>
            </a:r>
          </a:p>
          <a:p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 &amp; </a:t>
            </a:r>
            <a:r>
              <a:rPr lang="en-US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Neural network modeling</a:t>
            </a:r>
          </a:p>
          <a:p>
            <a:r>
              <a:rPr lang="en-US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Network graph analysis</a:t>
            </a:r>
          </a:p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</a:t>
            </a:r>
          </a:p>
          <a:p>
            <a:r>
              <a:rPr lang="en-US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Notebook – Analysis and experimentation</a:t>
            </a:r>
          </a:p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Domain:- 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Analytics, Cybersecurity and Machine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814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7E51-EDFB-4988-9C06-71A776E7B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2EF57-7879-41D8-9689-F9831AF18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 from AWS CloudWatch logs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 Cleaning &amp; Preprocessing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Exploratory Data Analysis (EDA)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Feature Engineering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Machine Learning Modeling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Model Evaluation &amp;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320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2E3D-75A2-4F83-82D5-64906CB0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&amp;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1AC23-EA4E-4E40-9B7A-ADEC87C4F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identified traffic patterns, country-based threats, and port usage.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was used for anomaly detection.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and Neural Networks were used for classification.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 and encoding improved model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086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C56D0-BC7C-4CF1-AA2A-CAEF1F08F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3DF28-CA7A-4400-AD02-0B8E88A3D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accuracy across ML models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identification of suspicious web traffic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correlation between byte behavior and threat detection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detection using minimal features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Outputs: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 trend plots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Country-wise detection graphs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interaction graphs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932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449EC-1A4F-4082-8A0F-2530714A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62F88-27C0-4758-8626-D7F2132F4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demonstrates how data analytics and machine learning can be applied to detect suspicious web threat interactions.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analyzing AWS CloudWatch web traffic logs, the system identified abnormal patterns and classified malicious activities with high accuracy.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 of feature engineering and machine learning models improved threat detection efficiency, reducing the need for manual monitoring.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approach enhances cybersecurity by enabling automated, reliable, and scalable web threat detection in cloud environments.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361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CA00-46AD-4D64-97C4-68F85DF2B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26912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CF2B2-A451-48F4-A7E6-9AAE9DA71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https://github.com/Yashu-teach</a:t>
            </a: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/Cybersecurity-Suspicious-Web-Threat-Interactions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775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E1158A9-D5A9-4F11-968D-C048E2F48DE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1570" b="11570"/>
          <a:stretch>
            <a:fillRect/>
          </a:stretch>
        </p:blipFill>
        <p:spPr>
          <a:xfrm>
            <a:off x="2077156" y="1016000"/>
            <a:ext cx="9448799" cy="4741333"/>
          </a:xfrm>
        </p:spPr>
      </p:pic>
    </p:spTree>
    <p:extLst>
      <p:ext uri="{BB962C8B-B14F-4D97-AF65-F5344CB8AC3E}">
        <p14:creationId xmlns:p14="http://schemas.microsoft.com/office/powerpoint/2010/main" val="32226563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</TotalTime>
  <Words>395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Wisp</vt:lpstr>
      <vt:lpstr>Cybersecurity: Suspicious Web Threat Interactions</vt:lpstr>
      <vt:lpstr>Introduction</vt:lpstr>
      <vt:lpstr>Tools Used</vt:lpstr>
      <vt:lpstr>Methodology</vt:lpstr>
      <vt:lpstr>Data Analysis &amp; Modeling</vt:lpstr>
      <vt:lpstr>Results</vt:lpstr>
      <vt:lpstr>Conclusion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Cybersecurity: Suspicious Web Threat Interactions</dc:title>
  <dc:creator>ok</dc:creator>
  <cp:lastModifiedBy>ok</cp:lastModifiedBy>
  <cp:revision>7</cp:revision>
  <dcterms:created xsi:type="dcterms:W3CDTF">2026-01-12T06:40:06Z</dcterms:created>
  <dcterms:modified xsi:type="dcterms:W3CDTF">2026-01-12T07:48:50Z</dcterms:modified>
</cp:coreProperties>
</file>